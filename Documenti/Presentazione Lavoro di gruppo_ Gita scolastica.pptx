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Lat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4c77fb2b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4c77fb2b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4c77fb2b4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4c77fb2b4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4c77fb2b4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4c77fb2b4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4c77fb2b4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4c77fb2b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4c77fb2b4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4c77fb2b4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4c77fb2b4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4c77fb2b4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4c77fb2b4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4c77fb2b4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4c77fb2b4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4c77fb2b4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Presentazione lavoro di gruppo: Gita scolastica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 Barbagli Marco, Bruschi Lorenzo, Bucsai Alex, Sbragi Niccolò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Indice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76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Suddivisio</a:t>
            </a:r>
            <a:r>
              <a:rPr lang="it" sz="1500"/>
              <a:t>ne del Lavoro: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Niccolò Sbragi(Project Manager)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Lorenzo bruschi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Marco Barbagli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Bucsai Alex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Funzionamento finale del Progetto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Niccolò Sbragi(Project Manager)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6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13"/>
              <a:t>Ha svolto: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• L</a:t>
            </a:r>
            <a:r>
              <a:rPr lang="it" sz="2213"/>
              <a:t>a specifica dei requisiti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Standard della documentazione del progetto: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• Produzione del documento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•  Manutenzione di un documento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•  Distribuzione di un documento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Lorenzo Bruschi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7650" y="2068000"/>
            <a:ext cx="7688700" cy="20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13"/>
              <a:t>Ha svolto: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• Diagramma dei casi d’uso (use case diagram)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• Documentazione dei singoli casi d’uso (jacobson)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•  Analisi del sistema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2213"/>
              <a:t>•  Realizzazione presentazione finale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it" sz="2300">
                <a:latin typeface="Lato"/>
                <a:ea typeface="Lato"/>
                <a:cs typeface="Lato"/>
                <a:sym typeface="Lato"/>
              </a:rPr>
              <a:t>Marco Barbagli</a:t>
            </a:r>
            <a:endParaRPr sz="3400"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13"/>
              <a:t>Ha svolto: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• Maggiormente la parte logica del codice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• Commenti 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•  Manuale d’uso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2213"/>
              <a:t>•  Gestione di Github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Bucsai Alex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13"/>
              <a:t>Ha svolto: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• Maggiormente la parte Grafica del codice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• Commenti 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13"/>
              <a:t>•  Manuale d’uso</a:t>
            </a:r>
            <a:endParaRPr sz="2213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2213"/>
              <a:t>•  Gestione di Github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503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Funzionamento finale del progetto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5667625" y="1331000"/>
            <a:ext cx="2750400" cy="30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Permette di inserire i dati di un alunno compilando i campi 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Cognome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, età, classe, anno corso e indicando se è 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Minorenne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 tramite una casella di spunta.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Cliccando su Aggiungi l'alunno viene salvato e visualizzato nel riquadro in basso (</a:t>
            </a:r>
            <a:r>
              <a:rPr i="1" lang="it">
                <a:latin typeface="Arial"/>
                <a:ea typeface="Arial"/>
                <a:cs typeface="Arial"/>
                <a:sym typeface="Arial"/>
              </a:rPr>
              <a:t>Elenco Alunni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). Il tasto Pulisci svuota i campi di testo.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75" y="1331000"/>
            <a:ext cx="5234949" cy="345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503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Funzionamento finale del progetto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5667625" y="1331000"/>
            <a:ext cx="2750400" cy="30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Permette di inserire un itinerario specificando 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Destinazione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, la regione, la nazione, il numero di giorni, il tipo, il 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Costo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, min e max partecipanti, l’anno, la descrizione e un campo optional.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Cliccando su Aggiungi l'itinerario viene inserito nel riquadro in basso (</a:t>
            </a:r>
            <a:r>
              <a:rPr i="1" lang="it">
                <a:latin typeface="Arial"/>
                <a:ea typeface="Arial"/>
                <a:cs typeface="Arial"/>
                <a:sym typeface="Arial"/>
              </a:rPr>
              <a:t>Elenco Itinerari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). Anche qui, Pulisci svuota i campi.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748" y="1331000"/>
            <a:ext cx="5432876" cy="360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9450" y="503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Funzionamento finale del progetto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5667625" y="1331000"/>
            <a:ext cx="2750400" cy="30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67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Permette di inserire una prenotazione indicando l'</a:t>
            </a:r>
            <a:r>
              <a:rPr lang="it" sz="1767"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ID Prenotazione</a:t>
            </a:r>
            <a:r>
              <a:rPr lang="it" sz="1767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, l’Id itinerario e l’ID alunni.</a:t>
            </a:r>
            <a:endParaRPr sz="1767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67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Cliccando su Prenota la richiesta viene salvata nell'</a:t>
            </a:r>
            <a:r>
              <a:rPr i="1" lang="it" sz="1767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Elenco Prenotazioni</a:t>
            </a:r>
            <a:r>
              <a:rPr lang="it" sz="1767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 Cliccando su Annulla si cancella l'operazione corrente, mentre Pulisci svuota i campi inseriti.</a:t>
            </a:r>
            <a:endParaRPr sz="1767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901" y="1331000"/>
            <a:ext cx="5152325" cy="343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